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48aae0baea447f" /><Relationship Type="http://schemas.openxmlformats.org/officeDocument/2006/relationships/extended-properties" Target="/docProps/app.xml" Id="R2f3d0e56eb9c4411" /><Relationship Type="http://schemas.openxmlformats.org/officeDocument/2006/relationships/officeDocument" Target="/ppt/presentation.xml" Id="R156b5724621a49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b0dff7ca9e4fd4"/>
  </p:sldMasterIdLst>
  <p:notesMasterIdLst>
    <p:notesMasterId xmlns:r="http://schemas.openxmlformats.org/officeDocument/2006/relationships" r:id="R243cc33f2abb4bf6"/>
  </p:notesMasterIdLst>
  <p:sldIdLst>
    <p:sldId xmlns:r="http://schemas.openxmlformats.org/officeDocument/2006/relationships" id="256" r:id="Ra2ab20a7319b48bc"/>
    <p:sldId xmlns:r="http://schemas.openxmlformats.org/officeDocument/2006/relationships" id="257" r:id="Rdf2db878f0584fd3"/>
    <p:sldId xmlns:r="http://schemas.openxmlformats.org/officeDocument/2006/relationships" id="258" r:id="Rebb352e799aa4cee"/>
    <p:sldId xmlns:r="http://schemas.openxmlformats.org/officeDocument/2006/relationships" id="259" r:id="Rff932233a2964c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58dbc21a704009" /><Relationship Type="http://schemas.openxmlformats.org/officeDocument/2006/relationships/slideMaster" Target="/ppt/slideMasters/slideMaster1.xml" Id="R43b0dff7ca9e4fd4" /><Relationship Type="http://schemas.openxmlformats.org/officeDocument/2006/relationships/notesMaster" Target="/ppt/notesMasters/notesMaster1.xml" Id="R243cc33f2abb4bf6" /><Relationship Type="http://schemas.openxmlformats.org/officeDocument/2006/relationships/presProps" Target="/ppt/presProps.xml" Id="R74049a23a32e4015" /><Relationship Type="http://schemas.openxmlformats.org/officeDocument/2006/relationships/tableStyles" Target="/ppt/tableStyles.xml" Id="R5df9cd9e6ca84a2e" /><Relationship Type="http://schemas.openxmlformats.org/officeDocument/2006/relationships/slide" Target="/ppt/slides/slide1.xml" Id="Ra2ab20a7319b48bc" /><Relationship Type="http://schemas.openxmlformats.org/officeDocument/2006/relationships/slide" Target="/ppt/slides/slide2.xml" Id="Rdf2db878f0584fd3" /><Relationship Type="http://schemas.openxmlformats.org/officeDocument/2006/relationships/slide" Target="/ppt/slides/slide3.xml" Id="Rebb352e799aa4cee" /><Relationship Type="http://schemas.openxmlformats.org/officeDocument/2006/relationships/slide" Target="/ppt/slides/slide4.xml" Id="Rff932233a2964c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c420acc3c64d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780768244846e1" /><Relationship Type="http://schemas.openxmlformats.org/officeDocument/2006/relationships/notesMaster" Target="/ppt/notesMasters/notesMaster1.xml" Id="Rcb9f4936c13542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40fd8438ff4354" /><Relationship Type="http://schemas.openxmlformats.org/officeDocument/2006/relationships/notesMaster" Target="/ppt/notesMasters/notesMaster1.xml" Id="R0d23742d110b4e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14045ed2554f0a" /><Relationship Type="http://schemas.openxmlformats.org/officeDocument/2006/relationships/notesMaster" Target="/ppt/notesMasters/notesMaster1.xml" Id="R07f42b25edce42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a126e31dba4965" /><Relationship Type="http://schemas.openxmlformats.org/officeDocument/2006/relationships/notesMaster" Target="/ppt/notesMasters/notesMaster1.xml" Id="Rd8ffff2db9c049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/Users/marcosalbuquerque/Climaton/design-system.md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/Users/marcosalbuquerque/Climaton/design-system.md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/Users/marcosalbuquerque/Climaton/design-system.md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/Users/marcosalbuquerque/Climaton/design-system.md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20de739d2549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c4be40d446476a" /><Relationship Type="http://schemas.openxmlformats.org/officeDocument/2006/relationships/slideLayout" Target="/ppt/slideLayouts/slideLayout1.xml" Id="R75c9238ac94248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c9238ac94248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a866f7c2f41af" /><Relationship Type="http://schemas.openxmlformats.org/officeDocument/2006/relationships/notesSlide" Target="/ppt/notesSlides/notesSlide1.xml" Id="R6c40b1882faa4f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e3af5faef4e65" /><Relationship Type="http://schemas.openxmlformats.org/officeDocument/2006/relationships/notesSlide" Target="/ppt/notesSlides/notesSlide2.xml" Id="R01c30c488e6e4d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b4dca17404216" /><Relationship Type="http://schemas.openxmlformats.org/officeDocument/2006/relationships/notesSlide" Target="/ppt/notesSlides/notesSlide3.xml" Id="Rba8cc3ba8d1e4c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a1d89dc6204615" /><Relationship Type="http://schemas.openxmlformats.org/officeDocument/2006/relationships/notesSlide" Target="/ppt/notesSlides/notesSlide4.xml" Id="R35f0dae9af1640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52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wordmark-climaton">
            <a:extLst xmlns:a="http://schemas.openxmlformats.org/drawingml/2006/main">
              <a:ext uri="{FF2B5EF4-FFF2-40B4-BE49-F238E27FC236}">
                <a16:creationId xmlns:a16="http://schemas.microsoft.com/office/drawing/2014/main" id="{3BAE9370-95B0-433A-B881-579A2904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CLIMATON</a:t>
            </a:r>
          </a:p>
        </p:txBody>
      </p:sp>
      <p:sp>
        <p:nvSpPr>
          <p:cNvPr id="2" name="wordmark-brasil">
            <a:extLst xmlns:a="http://schemas.openxmlformats.org/drawingml/2006/main">
              <a:ext uri="{FF2B5EF4-FFF2-40B4-BE49-F238E27FC236}">
                <a16:creationId xmlns:a16="http://schemas.microsoft.com/office/drawing/2014/main" id="{4639B3CC-B62A-4161-AAFA-F345F185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1">
                <a:solidFill>
                  <a:srgbClr val="D8E814"/>
                </a:solidFill>
                <a:latin typeface="Aptos"/>
                <a:ea typeface="Aptos"/>
                <a:cs typeface="Aptos"/>
              </a:defRPr>
            </a:pPr>
            <a:r>
              <a:rPr sz="1200" b="0" i="1">
                <a:solidFill>
                  <a:srgbClr val="D8E814"/>
                </a:solidFill>
                <a:latin typeface="Aptos"/>
                <a:ea typeface="Aptos"/>
                <a:cs typeface="Aptos"/>
              </a:rPr>
              <a:t>BRASIL 2026</a:t>
            </a:r>
          </a:p>
        </p:txBody>
      </p:sp>
      <p:sp>
        <p:nvSpPr>
          <p:cNvPr id="3" name="slide-1-eyebrow">
            <a:extLst xmlns:a="http://schemas.openxmlformats.org/drawingml/2006/main">
              <a:ext uri="{FF2B5EF4-FFF2-40B4-BE49-F238E27FC236}">
                <a16:creationId xmlns:a16="http://schemas.microsoft.com/office/drawing/2014/main" id="{6623DEE1-9AE3-4D5D-8636-04C175B1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8E81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8E814"/>
                </a:solidFill>
                <a:latin typeface="Aptos"/>
                <a:ea typeface="Aptos"/>
                <a:cs typeface="Aptos"/>
              </a:rPr>
              <a:t>IDENTIDADE VISUAL  ·  EXEMPLOS DE APLICAÇÃO</a:t>
            </a:r>
          </a:p>
        </p:txBody>
      </p:sp>
      <p:sp>
        <p:nvSpPr>
          <p:cNvPr id="4" name="slide-1-title-a">
            <a:extLst xmlns:a="http://schemas.openxmlformats.org/drawingml/2006/main">
              <a:ext uri="{FF2B5EF4-FFF2-40B4-BE49-F238E27FC236}">
                <a16:creationId xmlns:a16="http://schemas.microsoft.com/office/drawing/2014/main" id="{8E171E40-FF8B-444E-83C9-2A6154FF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5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5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dados que ganham forma,</a:t>
            </a:r>
          </a:p>
        </p:txBody>
      </p:sp>
      <p:sp>
        <p:nvSpPr>
          <p:cNvPr id="5" name="slide-1-title-b">
            <a:extLst xmlns:a="http://schemas.openxmlformats.org/drawingml/2006/main">
              <a:ext uri="{FF2B5EF4-FFF2-40B4-BE49-F238E27FC236}">
                <a16:creationId xmlns:a16="http://schemas.microsoft.com/office/drawing/2014/main" id="{AE644624-E243-4170-901F-910805A9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950" b="1" i="0">
                <a:solidFill>
                  <a:srgbClr val="D8E814"/>
                </a:solidFill>
                <a:latin typeface="Aptos"/>
                <a:ea typeface="Aptos"/>
                <a:cs typeface="Aptos"/>
              </a:defRPr>
            </a:pPr>
            <a:r>
              <a:rPr sz="4950" b="1" i="0">
                <a:solidFill>
                  <a:srgbClr val="D8E814"/>
                </a:solidFill>
                <a:latin typeface="Aptos"/>
                <a:ea typeface="Aptos"/>
                <a:cs typeface="Aptos"/>
              </a:rPr>
              <a:t>voz e movimento.</a:t>
            </a:r>
          </a:p>
        </p:txBody>
      </p:sp>
      <p:sp>
        <p:nvSpPr>
          <p:cNvPr id="6" name="slide-1-subtitle">
            <a:extLst xmlns:a="http://schemas.openxmlformats.org/drawingml/2006/main">
              <a:ext uri="{FF2B5EF4-FFF2-40B4-BE49-F238E27FC236}">
                <a16:creationId xmlns:a16="http://schemas.microsoft.com/office/drawing/2014/main" id="{D9C37A29-F10A-4813-8BF7-349DCDF6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Uma identidade brasileira, pública e orientada por evidências.</a:t>
            </a:r>
          </a:p>
        </p:txBody>
      </p:sp>
      <p:sp>
        <p:nvSpPr>
          <p:cNvPr id="7" name="data-wave-1">
            <a:extLst xmlns:a="http://schemas.openxmlformats.org/drawingml/2006/main">
              <a:ext uri="{FF2B5EF4-FFF2-40B4-BE49-F238E27FC236}">
                <a16:creationId xmlns:a16="http://schemas.microsoft.com/office/drawing/2014/main" id="{9727FB83-E455-46F9-8E1E-42C9E563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38450"/>
            <a:ext cx="17145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171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ata-wave-2">
            <a:extLst xmlns:a="http://schemas.openxmlformats.org/drawingml/2006/main">
              <a:ext uri="{FF2B5EF4-FFF2-40B4-BE49-F238E27FC236}">
                <a16:creationId xmlns:a16="http://schemas.microsoft.com/office/drawing/2014/main" id="{22FE97F5-3FEB-4943-894A-1788D3A3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590800"/>
            <a:ext cx="171450" cy="1485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171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ata-wave-3">
            <a:extLst xmlns:a="http://schemas.openxmlformats.org/drawingml/2006/main">
              <a:ext uri="{FF2B5EF4-FFF2-40B4-BE49-F238E27FC236}">
                <a16:creationId xmlns:a16="http://schemas.microsoft.com/office/drawing/2014/main" id="{40C2A029-46DA-4E82-8A4B-97B4DA64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05050"/>
            <a:ext cx="171450" cy="2057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171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ata-wave-4">
            <a:extLst xmlns:a="http://schemas.openxmlformats.org/drawingml/2006/main">
              <a:ext uri="{FF2B5EF4-FFF2-40B4-BE49-F238E27FC236}">
                <a16:creationId xmlns:a16="http://schemas.microsoft.com/office/drawing/2014/main" id="{17981D5C-259A-4D53-AEC0-85C64D72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09775"/>
            <a:ext cx="171450" cy="2647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8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ata-wave-5">
            <a:extLst xmlns:a="http://schemas.openxmlformats.org/drawingml/2006/main">
              <a:ext uri="{FF2B5EF4-FFF2-40B4-BE49-F238E27FC236}">
                <a16:creationId xmlns:a16="http://schemas.microsoft.com/office/drawing/2014/main" id="{499E771E-9C4F-4BEA-B61A-C8788251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86000"/>
            <a:ext cx="1714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171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ata-wave-6">
            <a:extLst xmlns:a="http://schemas.openxmlformats.org/drawingml/2006/main">
              <a:ext uri="{FF2B5EF4-FFF2-40B4-BE49-F238E27FC236}">
                <a16:creationId xmlns:a16="http://schemas.microsoft.com/office/drawing/2014/main" id="{38CC2A06-AA26-45FE-A668-3FD1C9E2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581275"/>
            <a:ext cx="17145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171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ata-wave-7">
            <a:extLst xmlns:a="http://schemas.openxmlformats.org/drawingml/2006/main">
              <a:ext uri="{FF2B5EF4-FFF2-40B4-BE49-F238E27FC236}">
                <a16:creationId xmlns:a16="http://schemas.microsoft.com/office/drawing/2014/main" id="{99714DE5-1CEA-4899-ABE6-9267E5AD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828925"/>
            <a:ext cx="171450" cy="1009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171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lide-1-wave-caption">
            <a:extLst xmlns:a="http://schemas.openxmlformats.org/drawingml/2006/main">
              <a:ext uri="{FF2B5EF4-FFF2-40B4-BE49-F238E27FC236}">
                <a16:creationId xmlns:a16="http://schemas.microsoft.com/office/drawing/2014/main" id="{6259CC31-6850-41D9-8871-619FE151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857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DADO  ·  VOZ  ·  AÇÃO</a:t>
            </a:r>
          </a:p>
        </p:txBody>
      </p:sp>
      <p:sp>
        <p:nvSpPr>
          <p:cNvPr id="15" name="slide-1-rail">
            <a:extLst xmlns:a="http://schemas.openxmlformats.org/drawingml/2006/main">
              <a:ext uri="{FF2B5EF4-FFF2-40B4-BE49-F238E27FC236}">
                <a16:creationId xmlns:a16="http://schemas.microsoft.com/office/drawing/2014/main" id="{0C7BC57D-3DD6-48AA-8EF4-90B3D76D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514350"/>
            <a:ext cx="209550" cy="5829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8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1">
            <a:extLst xmlns:a="http://schemas.openxmlformats.org/drawingml/2006/main">
              <a:ext uri="{FF2B5EF4-FFF2-40B4-BE49-F238E27FC236}">
                <a16:creationId xmlns:a16="http://schemas.microsoft.com/office/drawing/2014/main" id="{DB35E028-F61C-4A38-BE94-41C1D1EF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323801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33335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wordmark-climaton">
            <a:extLst xmlns:a="http://schemas.openxmlformats.org/drawingml/2006/main">
              <a:ext uri="{FF2B5EF4-FFF2-40B4-BE49-F238E27FC236}">
                <a16:creationId xmlns:a16="http://schemas.microsoft.com/office/drawing/2014/main" id="{2413A51B-C2D7-4CC1-8ADA-3C98C105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CLIMATON</a:t>
            </a:r>
          </a:p>
        </p:txBody>
      </p:sp>
      <p:sp>
        <p:nvSpPr>
          <p:cNvPr id="2" name="wordmark-brasil">
            <a:extLst xmlns:a="http://schemas.openxmlformats.org/drawingml/2006/main">
              <a:ext uri="{FF2B5EF4-FFF2-40B4-BE49-F238E27FC236}">
                <a16:creationId xmlns:a16="http://schemas.microsoft.com/office/drawing/2014/main" id="{39A88EA1-30BA-46FF-91C5-54634FE8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1">
                <a:solidFill>
                  <a:srgbClr val="62A4FA"/>
                </a:solidFill>
                <a:latin typeface="Aptos"/>
                <a:ea typeface="Aptos"/>
                <a:cs typeface="Aptos"/>
              </a:defRPr>
            </a:pPr>
            <a:r>
              <a:rPr sz="1200" b="0" i="1">
                <a:solidFill>
                  <a:srgbClr val="62A4FA"/>
                </a:solidFill>
                <a:latin typeface="Aptos"/>
                <a:ea typeface="Aptos"/>
                <a:cs typeface="Aptos"/>
              </a:rPr>
              <a:t>BRASIL 2026</a:t>
            </a:r>
          </a:p>
        </p:txBody>
      </p:sp>
      <p:sp>
        <p:nvSpPr>
          <p:cNvPr id="3" name="slide-2-eyebrow">
            <a:extLst xmlns:a="http://schemas.openxmlformats.org/drawingml/2006/main">
              <a:ext uri="{FF2B5EF4-FFF2-40B4-BE49-F238E27FC236}">
                <a16:creationId xmlns:a16="http://schemas.microsoft.com/office/drawing/2014/main" id="{521026E7-AEEE-44D9-A235-CFA89646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8E81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8E814"/>
                </a:solidFill>
                <a:latin typeface="Aptos"/>
                <a:ea typeface="Aptos"/>
                <a:cs typeface="Aptos"/>
              </a:rPr>
              <a:t>UMA PERGUNTA POR VEZ</a:t>
            </a:r>
          </a:p>
        </p:txBody>
      </p:sp>
      <p:sp>
        <p:nvSpPr>
          <p:cNvPr id="4" name="slide-2-title-a">
            <a:extLst xmlns:a="http://schemas.openxmlformats.org/drawingml/2006/main">
              <a:ext uri="{FF2B5EF4-FFF2-40B4-BE49-F238E27FC236}">
                <a16:creationId xmlns:a16="http://schemas.microsoft.com/office/drawing/2014/main" id="{08621CAC-302D-430B-9824-952E338B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 clima muda.</a:t>
            </a:r>
          </a:p>
        </p:txBody>
      </p:sp>
      <p:sp>
        <p:nvSpPr>
          <p:cNvPr id="5" name="slide-2-title-b">
            <a:extLst xmlns:a="http://schemas.openxmlformats.org/drawingml/2006/main">
              <a:ext uri="{FF2B5EF4-FFF2-40B4-BE49-F238E27FC236}">
                <a16:creationId xmlns:a16="http://schemas.microsoft.com/office/drawing/2014/main" id="{0BF15A1D-508B-4B73-9176-7D435007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nossas decisões</a:t>
            </a:r>
          </a:p>
        </p:txBody>
      </p:sp>
      <p:sp>
        <p:nvSpPr>
          <p:cNvPr id="6" name="slide-2-title-c">
            <a:extLst xmlns:a="http://schemas.openxmlformats.org/drawingml/2006/main">
              <a:ext uri="{FF2B5EF4-FFF2-40B4-BE49-F238E27FC236}">
                <a16:creationId xmlns:a16="http://schemas.microsoft.com/office/drawing/2014/main" id="{EA02A237-3A24-4FB0-A708-4080990F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685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950" b="1" i="0">
                <a:solidFill>
                  <a:srgbClr val="D8E814"/>
                </a:solidFill>
                <a:latin typeface="Aptos"/>
                <a:ea typeface="Aptos"/>
                <a:cs typeface="Aptos"/>
              </a:defRPr>
            </a:pPr>
            <a:r>
              <a:rPr sz="4950" b="1" i="0">
                <a:solidFill>
                  <a:srgbClr val="D8E814"/>
                </a:solidFill>
                <a:latin typeface="Aptos"/>
                <a:ea typeface="Aptos"/>
                <a:cs typeface="Aptos"/>
              </a:rPr>
              <a:t>acompanham?</a:t>
            </a:r>
          </a:p>
        </p:txBody>
      </p:sp>
      <p:sp>
        <p:nvSpPr>
          <p:cNvPr id="7" name="slide-2-support">
            <a:extLst xmlns:a="http://schemas.openxmlformats.org/drawingml/2006/main">
              <a:ext uri="{FF2B5EF4-FFF2-40B4-BE49-F238E27FC236}">
                <a16:creationId xmlns:a16="http://schemas.microsoft.com/office/drawing/2014/main" id="{D3F247E4-0224-4658-9752-F0212CC3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Dados claros transformam uma pergunta pública em uma decisão possível.</a:t>
            </a:r>
          </a:p>
        </p:txBody>
      </p:sp>
      <p:sp>
        <p:nvSpPr>
          <p:cNvPr id="8" name="slide-2-question">
            <a:extLst xmlns:a="http://schemas.openxmlformats.org/drawingml/2006/main">
              <a:ext uri="{FF2B5EF4-FFF2-40B4-BE49-F238E27FC236}">
                <a16:creationId xmlns:a16="http://schemas.microsoft.com/office/drawing/2014/main" id="{1450A34A-57A7-4601-B705-4D562DE7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43000"/>
            <a:ext cx="3190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450" b="1" i="0">
                <a:solidFill>
                  <a:srgbClr val="62A4FA"/>
                </a:solidFill>
                <a:latin typeface="Aptos"/>
                <a:ea typeface="Aptos"/>
                <a:cs typeface="Aptos"/>
              </a:defRPr>
            </a:pPr>
            <a:r>
              <a:rPr sz="21450" b="1" i="0">
                <a:solidFill>
                  <a:srgbClr val="62A4FA"/>
                </a:solidFill>
                <a:latin typeface="Aptos"/>
                <a:ea typeface="Aptos"/>
                <a:cs typeface="Aptos"/>
              </a:rPr>
              <a:t>?</a:t>
            </a:r>
          </a:p>
        </p:txBody>
      </p:sp>
      <p:sp>
        <p:nvSpPr>
          <p:cNvPr id="9" name="slide-2-rule">
            <a:extLst xmlns:a="http://schemas.openxmlformats.org/drawingml/2006/main">
              <a:ext uri="{FF2B5EF4-FFF2-40B4-BE49-F238E27FC236}">
                <a16:creationId xmlns:a16="http://schemas.microsoft.com/office/drawing/2014/main" id="{F0AFADF7-A32B-421C-977E-594B1BDB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509587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A4FA"/>
            </a:solidFill>
            <a:prstDash val="solid"/>
          </a:ln>
        </p:spPr>
      </p:sp>
      <p:sp>
        <p:nvSpPr>
          <p:cNvPr id="10" name="slide-2-verbs">
            <a:extLst xmlns:a="http://schemas.openxmlformats.org/drawingml/2006/main">
              <a:ext uri="{FF2B5EF4-FFF2-40B4-BE49-F238E27FC236}">
                <a16:creationId xmlns:a16="http://schemas.microsoft.com/office/drawing/2014/main" id="{4E03638D-0C0C-4318-84C6-0FA85AAB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9590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ver   ·   entender   ·   agir</a:t>
            </a:r>
          </a:p>
        </p:txBody>
      </p:sp>
      <p:sp>
        <p:nvSpPr>
          <p:cNvPr id="11" name="slide-2-rail">
            <a:extLst xmlns:a="http://schemas.openxmlformats.org/drawingml/2006/main">
              <a:ext uri="{FF2B5EF4-FFF2-40B4-BE49-F238E27FC236}">
                <a16:creationId xmlns:a16="http://schemas.microsoft.com/office/drawing/2014/main" id="{74161A4F-E7D0-4D73-A359-21399002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514350"/>
            <a:ext cx="209550" cy="5829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8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ge-2">
            <a:extLst xmlns:a="http://schemas.openxmlformats.org/drawingml/2006/main">
              <a:ext uri="{FF2B5EF4-FFF2-40B4-BE49-F238E27FC236}">
                <a16:creationId xmlns:a16="http://schemas.microsoft.com/office/drawing/2014/main" id="{76DEFACB-646B-4B9B-A4F3-5A935671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581982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wordmark-climaton">
            <a:extLst xmlns:a="http://schemas.openxmlformats.org/drawingml/2006/main">
              <a:ext uri="{FF2B5EF4-FFF2-40B4-BE49-F238E27FC236}">
                <a16:creationId xmlns:a16="http://schemas.microsoft.com/office/drawing/2014/main" id="{6AB16A49-8512-427E-A838-973FD005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05222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005222"/>
                </a:solidFill>
                <a:latin typeface="Aptos"/>
                <a:ea typeface="Aptos"/>
                <a:cs typeface="Aptos"/>
              </a:rPr>
              <a:t>CLIMATON</a:t>
            </a:r>
          </a:p>
        </p:txBody>
      </p:sp>
      <p:sp>
        <p:nvSpPr>
          <p:cNvPr id="2" name="wordmark-brasil">
            <a:extLst xmlns:a="http://schemas.openxmlformats.org/drawingml/2006/main">
              <a:ext uri="{FF2B5EF4-FFF2-40B4-BE49-F238E27FC236}">
                <a16:creationId xmlns:a16="http://schemas.microsoft.com/office/drawing/2014/main" id="{41215A2A-8B68-4AA8-BA81-69C52E65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1">
                <a:solidFill>
                  <a:srgbClr val="333355"/>
                </a:solidFill>
                <a:latin typeface="Aptos"/>
                <a:ea typeface="Aptos"/>
                <a:cs typeface="Aptos"/>
              </a:defRPr>
            </a:pPr>
            <a:r>
              <a:rPr sz="1200" b="0" i="1">
                <a:solidFill>
                  <a:srgbClr val="333355"/>
                </a:solidFill>
                <a:latin typeface="Aptos"/>
                <a:ea typeface="Aptos"/>
                <a:cs typeface="Aptos"/>
              </a:rPr>
              <a:t>BRASIL 2026</a:t>
            </a:r>
          </a:p>
        </p:txBody>
      </p:sp>
      <p:sp>
        <p:nvSpPr>
          <p:cNvPr id="3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B15F14F8-8F8F-4C4E-B46C-D294C70C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5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 i="0">
                <a:solidFill>
                  <a:srgbClr val="333355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333355"/>
                </a:solidFill>
                <a:latin typeface="Aptos"/>
                <a:ea typeface="Aptos"/>
                <a:cs typeface="Aptos"/>
              </a:rPr>
              <a:t>Quatro estágios. Uma leitura sem ambiguidade.</a:t>
            </a:r>
          </a:p>
        </p:txBody>
      </p:sp>
      <p:sp>
        <p:nvSpPr>
          <p:cNvPr id="4" name="slide-3-subtitle">
            <a:extLst xmlns:a="http://schemas.openxmlformats.org/drawingml/2006/main">
              <a:ext uri="{FF2B5EF4-FFF2-40B4-BE49-F238E27FC236}">
                <a16:creationId xmlns:a16="http://schemas.microsoft.com/office/drawing/2014/main" id="{0BBC237D-3C49-4F12-B457-4DD599BC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E1E1E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1E1E1E"/>
                </a:solidFill>
                <a:latin typeface="Aptos"/>
                <a:ea typeface="Aptos"/>
                <a:cs typeface="Aptos"/>
              </a:rPr>
              <a:t>A cor orienta; número e texto confirmam o significado.</a:t>
            </a:r>
          </a:p>
        </p:txBody>
      </p:sp>
      <p:sp>
        <p:nvSpPr>
          <p:cNvPr id="5" name="stage-0">
            <a:extLst xmlns:a="http://schemas.openxmlformats.org/drawingml/2006/main">
              <a:ext uri="{FF2B5EF4-FFF2-40B4-BE49-F238E27FC236}">
                <a16:creationId xmlns:a16="http://schemas.microsoft.com/office/drawing/2014/main" id="{807E0321-7CE9-4D49-90A4-859F4FB3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2628900" cy="2209800"/>
          </a:xfrm>
          <a:prstGeom xmlns:a="http://schemas.openxmlformats.org/drawingml/2006/main" prst="roundRect">
            <a:avLst>
              <a:gd name="adj" fmla="val 7759"/>
            </a:avLst>
          </a:prstGeom>
          <a:solidFill xmlns:a="http://schemas.openxmlformats.org/drawingml/2006/main">
            <a:srgbClr val="CB16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age-0-number">
            <a:extLst xmlns:a="http://schemas.openxmlformats.org/drawingml/2006/main">
              <a:ext uri="{FF2B5EF4-FFF2-40B4-BE49-F238E27FC236}">
                <a16:creationId xmlns:a16="http://schemas.microsoft.com/office/drawing/2014/main" id="{91E0B98A-4210-4272-A015-30BECD2C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2171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7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7" name="stage-0-label">
            <a:extLst xmlns:a="http://schemas.openxmlformats.org/drawingml/2006/main">
              <a:ext uri="{FF2B5EF4-FFF2-40B4-BE49-F238E27FC236}">
                <a16:creationId xmlns:a16="http://schemas.microsoft.com/office/drawing/2014/main" id="{60868D37-D7A3-456B-99D2-20B49E82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Não iniciado</a:t>
            </a:r>
          </a:p>
        </p:txBody>
      </p:sp>
      <p:sp>
        <p:nvSpPr>
          <p:cNvPr id="8" name="stage-1">
            <a:extLst xmlns:a="http://schemas.openxmlformats.org/drawingml/2006/main">
              <a:ext uri="{FF2B5EF4-FFF2-40B4-BE49-F238E27FC236}">
                <a16:creationId xmlns:a16="http://schemas.microsoft.com/office/drawing/2014/main" id="{29137AAB-9350-4CBD-BB52-B47CA9A6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24150"/>
            <a:ext cx="2628900" cy="2209800"/>
          </a:xfrm>
          <a:prstGeom xmlns:a="http://schemas.openxmlformats.org/drawingml/2006/main" prst="roundRect">
            <a:avLst>
              <a:gd name="adj" fmla="val 7759"/>
            </a:avLst>
          </a:prstGeom>
          <a:solidFill xmlns:a="http://schemas.openxmlformats.org/drawingml/2006/main">
            <a:srgbClr val="EEA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age-1-number">
            <a:extLst xmlns:a="http://schemas.openxmlformats.org/drawingml/2006/main">
              <a:ext uri="{FF2B5EF4-FFF2-40B4-BE49-F238E27FC236}">
                <a16:creationId xmlns:a16="http://schemas.microsoft.com/office/drawing/2014/main" id="{4192ECAC-66FB-49E1-8199-CC840490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71800"/>
            <a:ext cx="2171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700" b="1" i="0">
                <a:solidFill>
                  <a:srgbClr val="1E1E1E"/>
                </a:solidFill>
                <a:latin typeface="Aptos"/>
                <a:ea typeface="Aptos"/>
                <a:cs typeface="Aptos"/>
              </a:defRPr>
            </a:pPr>
            <a:r>
              <a:rPr sz="5700" b="1" i="0">
                <a:solidFill>
                  <a:srgbClr val="1E1E1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stage-1-label">
            <a:extLst xmlns:a="http://schemas.openxmlformats.org/drawingml/2006/main">
              <a:ext uri="{FF2B5EF4-FFF2-40B4-BE49-F238E27FC236}">
                <a16:creationId xmlns:a16="http://schemas.microsoft.com/office/drawing/2014/main" id="{E5205A6F-2F4F-4B98-A0F2-94A3AEC3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48125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E1E1E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E1E1E"/>
                </a:solidFill>
                <a:latin typeface="Aptos"/>
                <a:ea typeface="Aptos"/>
                <a:cs typeface="Aptos"/>
              </a:rPr>
              <a:t>Iniciando</a:t>
            </a:r>
          </a:p>
        </p:txBody>
      </p:sp>
      <p:sp>
        <p:nvSpPr>
          <p:cNvPr id="11" name="stage-2">
            <a:extLst xmlns:a="http://schemas.openxmlformats.org/drawingml/2006/main">
              <a:ext uri="{FF2B5EF4-FFF2-40B4-BE49-F238E27FC236}">
                <a16:creationId xmlns:a16="http://schemas.microsoft.com/office/drawing/2014/main" id="{623DB99C-EE39-4C69-9B88-EF9289F4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24150"/>
            <a:ext cx="2628900" cy="2209800"/>
          </a:xfrm>
          <a:prstGeom xmlns:a="http://schemas.openxmlformats.org/drawingml/2006/main" prst="roundRect">
            <a:avLst>
              <a:gd name="adj" fmla="val 7759"/>
            </a:avLst>
          </a:prstGeom>
          <a:solidFill xmlns:a="http://schemas.openxmlformats.org/drawingml/2006/main">
            <a:srgbClr val="F8D6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ge-2-number">
            <a:extLst xmlns:a="http://schemas.openxmlformats.org/drawingml/2006/main">
              <a:ext uri="{FF2B5EF4-FFF2-40B4-BE49-F238E27FC236}">
                <a16:creationId xmlns:a16="http://schemas.microsoft.com/office/drawing/2014/main" id="{597B5BD7-A366-4CBE-A6B5-892B5332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2171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700" b="1" i="0">
                <a:solidFill>
                  <a:srgbClr val="1E1E1E"/>
                </a:solidFill>
                <a:latin typeface="Aptos"/>
                <a:ea typeface="Aptos"/>
                <a:cs typeface="Aptos"/>
              </a:defRPr>
            </a:pPr>
            <a:r>
              <a:rPr sz="5700" b="1" i="0">
                <a:solidFill>
                  <a:srgbClr val="1E1E1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stage-2-label">
            <a:extLst xmlns:a="http://schemas.openxmlformats.org/drawingml/2006/main">
              <a:ext uri="{FF2B5EF4-FFF2-40B4-BE49-F238E27FC236}">
                <a16:creationId xmlns:a16="http://schemas.microsoft.com/office/drawing/2014/main" id="{0C0DD5C9-BBCF-4F19-9E88-F8E1EB3C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48125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E1E1E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E1E1E"/>
                </a:solidFill>
                <a:latin typeface="Aptos"/>
                <a:ea typeface="Aptos"/>
                <a:cs typeface="Aptos"/>
              </a:rPr>
              <a:t>Em desenvolvimento</a:t>
            </a:r>
          </a:p>
        </p:txBody>
      </p:sp>
      <p:sp>
        <p:nvSpPr>
          <p:cNvPr id="14" name="stage-3">
            <a:extLst xmlns:a="http://schemas.openxmlformats.org/drawingml/2006/main">
              <a:ext uri="{FF2B5EF4-FFF2-40B4-BE49-F238E27FC236}">
                <a16:creationId xmlns:a16="http://schemas.microsoft.com/office/drawing/2014/main" id="{7A948EAD-244B-486E-8EAA-14E000B5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24150"/>
            <a:ext cx="2628900" cy="2209800"/>
          </a:xfrm>
          <a:prstGeom xmlns:a="http://schemas.openxmlformats.org/drawingml/2006/main" prst="roundRect">
            <a:avLst>
              <a:gd name="adj" fmla="val 7759"/>
            </a:avLst>
          </a:prstGeom>
          <a:solidFill xmlns:a="http://schemas.openxmlformats.org/drawingml/2006/main">
            <a:srgbClr val="4CC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ge-3-number">
            <a:extLst xmlns:a="http://schemas.openxmlformats.org/drawingml/2006/main">
              <a:ext uri="{FF2B5EF4-FFF2-40B4-BE49-F238E27FC236}">
                <a16:creationId xmlns:a16="http://schemas.microsoft.com/office/drawing/2014/main" id="{BB8C2CC3-B4C7-42E8-9AB5-1B811353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71800"/>
            <a:ext cx="2171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700" b="1" i="0">
                <a:solidFill>
                  <a:srgbClr val="1E1E1E"/>
                </a:solidFill>
                <a:latin typeface="Aptos"/>
                <a:ea typeface="Aptos"/>
                <a:cs typeface="Aptos"/>
              </a:defRPr>
            </a:pPr>
            <a:r>
              <a:rPr sz="5700" b="1" i="0">
                <a:solidFill>
                  <a:srgbClr val="1E1E1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stage-3-label">
            <a:extLst xmlns:a="http://schemas.openxmlformats.org/drawingml/2006/main">
              <a:ext uri="{FF2B5EF4-FFF2-40B4-BE49-F238E27FC236}">
                <a16:creationId xmlns:a16="http://schemas.microsoft.com/office/drawing/2014/main" id="{BC7EC20F-88B1-47C3-B373-D128A475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48125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E1E1E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E1E1E"/>
                </a:solidFill>
                <a:latin typeface="Aptos"/>
                <a:ea typeface="Aptos"/>
                <a:cs typeface="Aptos"/>
              </a:rPr>
              <a:t>Atendido</a:t>
            </a:r>
          </a:p>
        </p:txBody>
      </p:sp>
      <p:sp>
        <p:nvSpPr>
          <p:cNvPr id="17" name="slide-3-note">
            <a:extLst xmlns:a="http://schemas.openxmlformats.org/drawingml/2006/main">
              <a:ext uri="{FF2B5EF4-FFF2-40B4-BE49-F238E27FC236}">
                <a16:creationId xmlns:a16="http://schemas.microsoft.com/office/drawing/2014/main" id="{5EB4FBFE-D985-47BC-AB01-5F165BBF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333355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333355"/>
                </a:solidFill>
                <a:latin typeface="Aptos"/>
                <a:ea typeface="Aptos"/>
                <a:cs typeface="Aptos"/>
              </a:rPr>
              <a:t>Padrão recomendado: 0–3  ·  label por extenso  ·  contraste WCAG  ·  sem depender apenas da cor</a:t>
            </a:r>
          </a:p>
        </p:txBody>
      </p:sp>
      <p:sp>
        <p:nvSpPr>
          <p:cNvPr id="18" name="slide-3-rail">
            <a:extLst xmlns:a="http://schemas.openxmlformats.org/drawingml/2006/main">
              <a:ext uri="{FF2B5EF4-FFF2-40B4-BE49-F238E27FC236}">
                <a16:creationId xmlns:a16="http://schemas.microsoft.com/office/drawing/2014/main" id="{DD00DE6F-B622-4BAD-9139-A53400A3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514350"/>
            <a:ext cx="209550" cy="5829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18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ge-3">
            <a:extLst xmlns:a="http://schemas.openxmlformats.org/drawingml/2006/main">
              <a:ext uri="{FF2B5EF4-FFF2-40B4-BE49-F238E27FC236}">
                <a16:creationId xmlns:a16="http://schemas.microsoft.com/office/drawing/2014/main" id="{42D97BAD-5007-4FCF-A9EB-CD6E3604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33335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33335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327017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D8E8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wordmark-climaton">
            <a:extLst xmlns:a="http://schemas.openxmlformats.org/drawingml/2006/main">
              <a:ext uri="{FF2B5EF4-FFF2-40B4-BE49-F238E27FC236}">
                <a16:creationId xmlns:a16="http://schemas.microsoft.com/office/drawing/2014/main" id="{22C82433-7783-43D8-9057-5FAE4163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05222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005222"/>
                </a:solidFill>
                <a:latin typeface="Aptos"/>
                <a:ea typeface="Aptos"/>
                <a:cs typeface="Aptos"/>
              </a:rPr>
              <a:t>CLIMATON</a:t>
            </a:r>
          </a:p>
        </p:txBody>
      </p:sp>
      <p:sp>
        <p:nvSpPr>
          <p:cNvPr id="2" name="wordmark-brasil">
            <a:extLst xmlns:a="http://schemas.openxmlformats.org/drawingml/2006/main">
              <a:ext uri="{FF2B5EF4-FFF2-40B4-BE49-F238E27FC236}">
                <a16:creationId xmlns:a16="http://schemas.microsoft.com/office/drawing/2014/main" id="{0BB385D3-A2EE-4376-A63C-262CF171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1">
                <a:solidFill>
                  <a:srgbClr val="333355"/>
                </a:solidFill>
                <a:latin typeface="Aptos"/>
                <a:ea typeface="Aptos"/>
                <a:cs typeface="Aptos"/>
              </a:defRPr>
            </a:pPr>
            <a:r>
              <a:rPr sz="1200" b="0" i="1">
                <a:solidFill>
                  <a:srgbClr val="333355"/>
                </a:solidFill>
                <a:latin typeface="Aptos"/>
                <a:ea typeface="Aptos"/>
                <a:cs typeface="Aptos"/>
              </a:rPr>
              <a:t>BRASIL 2026</a:t>
            </a:r>
          </a:p>
        </p:txBody>
      </p:sp>
      <p:sp>
        <p:nvSpPr>
          <p:cNvPr id="3" name="slide-4-title-a">
            <a:extLst xmlns:a="http://schemas.openxmlformats.org/drawingml/2006/main">
              <a:ext uri="{FF2B5EF4-FFF2-40B4-BE49-F238E27FC236}">
                <a16:creationId xmlns:a16="http://schemas.microsoft.com/office/drawing/2014/main" id="{3350E20B-7349-4435-91F4-DA3F1022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876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0" i="0">
                <a:solidFill>
                  <a:srgbClr val="005222"/>
                </a:solidFill>
                <a:latin typeface="Aptos"/>
                <a:ea typeface="Aptos"/>
                <a:cs typeface="Aptos"/>
              </a:defRPr>
            </a:pPr>
            <a:r>
              <a:rPr sz="4650" b="0" i="0">
                <a:solidFill>
                  <a:srgbClr val="005222"/>
                </a:solidFill>
                <a:latin typeface="Aptos"/>
                <a:ea typeface="Aptos"/>
                <a:cs typeface="Aptos"/>
              </a:rPr>
              <a:t>transforme evidência</a:t>
            </a:r>
          </a:p>
        </p:txBody>
      </p:sp>
      <p:sp>
        <p:nvSpPr>
          <p:cNvPr id="4" name="slide-4-title-b">
            <a:extLst xmlns:a="http://schemas.openxmlformats.org/drawingml/2006/main">
              <a:ext uri="{FF2B5EF4-FFF2-40B4-BE49-F238E27FC236}">
                <a16:creationId xmlns:a16="http://schemas.microsoft.com/office/drawing/2014/main" id="{F37B6670-9FB5-4925-AD53-60D39A7C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950" b="1" i="0">
                <a:solidFill>
                  <a:srgbClr val="005222"/>
                </a:solidFill>
                <a:latin typeface="Aptos"/>
                <a:ea typeface="Aptos"/>
                <a:cs typeface="Aptos"/>
              </a:defRPr>
            </a:pPr>
            <a:r>
              <a:rPr sz="4950" b="1" i="0">
                <a:solidFill>
                  <a:srgbClr val="005222"/>
                </a:solidFill>
                <a:latin typeface="Aptos"/>
                <a:ea typeface="Aptos"/>
                <a:cs typeface="Aptos"/>
              </a:rPr>
              <a:t>em ação climática.</a:t>
            </a:r>
          </a:p>
        </p:txBody>
      </p:sp>
      <p:sp>
        <p:nvSpPr>
          <p:cNvPr id="5" name="slide-4-step-1">
            <a:extLst xmlns:a="http://schemas.openxmlformats.org/drawingml/2006/main">
              <a:ext uri="{FF2B5EF4-FFF2-40B4-BE49-F238E27FC236}">
                <a16:creationId xmlns:a16="http://schemas.microsoft.com/office/drawing/2014/main" id="{57399989-D3F3-4635-9D68-C76C26BE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238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025" b="1" i="0">
                <a:solidFill>
                  <a:srgbClr val="005222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005222"/>
                </a:solidFill>
                <a:latin typeface="Aptos"/>
                <a:ea typeface="Aptos"/>
                <a:cs typeface="Aptos"/>
              </a:rPr>
              <a:t>01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2025" b="1" i="0">
                <a:solidFill>
                  <a:srgbClr val="005222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005222"/>
                </a:solidFill>
                <a:latin typeface="Aptos"/>
                <a:ea typeface="Aptos"/>
                <a:cs typeface="Aptos"/>
              </a:rPr>
              <a:t>ver o dado</a:t>
            </a:r>
          </a:p>
        </p:txBody>
      </p:sp>
      <p:sp>
        <p:nvSpPr>
          <p:cNvPr id="6" name="slide-4-arrow-1">
            <a:extLst xmlns:a="http://schemas.openxmlformats.org/drawingml/2006/main">
              <a:ext uri="{FF2B5EF4-FFF2-40B4-BE49-F238E27FC236}">
                <a16:creationId xmlns:a16="http://schemas.microsoft.com/office/drawing/2014/main" id="{B28400C5-D43F-4471-BE4A-70EDB4E5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0"/>
            <a:ext cx="70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 i="0">
                <a:solidFill>
                  <a:srgbClr val="018A3C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18A3C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7" name="slide-4-step-2">
            <a:extLst xmlns:a="http://schemas.openxmlformats.org/drawingml/2006/main">
              <a:ext uri="{FF2B5EF4-FFF2-40B4-BE49-F238E27FC236}">
                <a16:creationId xmlns:a16="http://schemas.microsoft.com/office/drawing/2014/main" id="{B158C6F1-AEB1-436F-8316-F161D6D0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86150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025" b="1" i="0">
                <a:solidFill>
                  <a:srgbClr val="005222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005222"/>
                </a:solidFill>
                <a:latin typeface="Aptos"/>
                <a:ea typeface="Aptos"/>
                <a:cs typeface="Aptos"/>
              </a:rPr>
              <a:t>02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2025" b="1" i="0">
                <a:solidFill>
                  <a:srgbClr val="005222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005222"/>
                </a:solidFill>
                <a:latin typeface="Aptos"/>
                <a:ea typeface="Aptos"/>
                <a:cs typeface="Aptos"/>
              </a:rPr>
              <a:t>entender o impacto</a:t>
            </a:r>
          </a:p>
        </p:txBody>
      </p:sp>
      <p:sp>
        <p:nvSpPr>
          <p:cNvPr id="8" name="slide-4-arrow-2">
            <a:extLst xmlns:a="http://schemas.openxmlformats.org/drawingml/2006/main">
              <a:ext uri="{FF2B5EF4-FFF2-40B4-BE49-F238E27FC236}">
                <a16:creationId xmlns:a16="http://schemas.microsoft.com/office/drawing/2014/main" id="{FD720991-0D71-4F09-BFE5-367D542E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714750"/>
            <a:ext cx="70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 i="0">
                <a:solidFill>
                  <a:srgbClr val="018A3C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18A3C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slide-4-step-3">
            <a:extLst xmlns:a="http://schemas.openxmlformats.org/drawingml/2006/main">
              <a:ext uri="{FF2B5EF4-FFF2-40B4-BE49-F238E27FC236}">
                <a16:creationId xmlns:a16="http://schemas.microsoft.com/office/drawing/2014/main" id="{FD564774-839D-4B82-A88C-86508970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86150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025" b="1" i="0">
                <a:solidFill>
                  <a:srgbClr val="005222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005222"/>
                </a:solidFill>
                <a:latin typeface="Aptos"/>
                <a:ea typeface="Aptos"/>
                <a:cs typeface="Aptos"/>
              </a:rPr>
              <a:t>03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2025" b="1" i="0">
                <a:solidFill>
                  <a:srgbClr val="005222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005222"/>
                </a:solidFill>
                <a:latin typeface="Aptos"/>
                <a:ea typeface="Aptos"/>
                <a:cs typeface="Aptos"/>
              </a:rPr>
              <a:t>escolher o próximo passo</a:t>
            </a:r>
          </a:p>
        </p:txBody>
      </p:sp>
      <p:sp>
        <p:nvSpPr>
          <p:cNvPr id="10" name="slide-4-cta">
            <a:extLst xmlns:a="http://schemas.openxmlformats.org/drawingml/2006/main">
              <a:ext uri="{FF2B5EF4-FFF2-40B4-BE49-F238E27FC236}">
                <a16:creationId xmlns:a16="http://schemas.microsoft.com/office/drawing/2014/main" id="{361CC791-73CB-4521-A76D-DB666DCC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668000" cy="781050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0052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0" tIns="0" rIns="1905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Explorar os dados    →</a:t>
            </a:r>
          </a:p>
        </p:txBody>
      </p:sp>
      <p:sp>
        <p:nvSpPr>
          <p:cNvPr id="11" name="slide-4-rail">
            <a:extLst xmlns:a="http://schemas.openxmlformats.org/drawingml/2006/main">
              <a:ext uri="{FF2B5EF4-FFF2-40B4-BE49-F238E27FC236}">
                <a16:creationId xmlns:a16="http://schemas.microsoft.com/office/drawing/2014/main" id="{4D6621C6-8AB3-4147-BFE1-04312CF3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514350"/>
            <a:ext cx="209550" cy="5829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ge-4">
            <a:extLst xmlns:a="http://schemas.openxmlformats.org/drawingml/2006/main">
              <a:ext uri="{FF2B5EF4-FFF2-40B4-BE49-F238E27FC236}">
                <a16:creationId xmlns:a16="http://schemas.microsoft.com/office/drawing/2014/main" id="{32C17F52-5D8A-485A-8518-3FF2E73E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00522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0522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864549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2026-08-22T05:36:18.7000000Z</dcterms:created>
  <dcterms:modified xsi:type="dcterms:W3CDTF">2026-08-22T05:36:18.7000000Z</dcterms:modified>
</coreProperties>
</file>